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79" r:id="rId6"/>
    <p:sldId id="280" r:id="rId7"/>
    <p:sldId id="281" r:id="rId8"/>
    <p:sldId id="288" r:id="rId9"/>
    <p:sldId id="282" r:id="rId10"/>
    <p:sldId id="283" r:id="rId11"/>
    <p:sldId id="284" r:id="rId12"/>
    <p:sldId id="285" r:id="rId13"/>
    <p:sldId id="287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19" autoAdjust="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4" y="843791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IN" sz="4000" dirty="0"/>
              <a:t>Google Play Store Analysis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Rushikesh farakate 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dirty="0"/>
              <a:t>Introduction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lnSpcReduction="10000"/>
          </a:bodyPr>
          <a:lstStyle/>
          <a:p>
            <a:r>
              <a:rPr lang="en-US" sz="2400" dirty="0"/>
              <a:t>Google Play Store has millions of apps </a:t>
            </a:r>
          </a:p>
          <a:p>
            <a:r>
              <a:rPr lang="en-US" sz="2400" dirty="0"/>
              <a:t>Users rely on ratings, reviews &amp; installs before downloading</a:t>
            </a:r>
          </a:p>
          <a:p>
            <a:r>
              <a:rPr lang="en-US" sz="2400" dirty="0"/>
              <a:t>Developers need insights to improve visibility &amp; engagement</a:t>
            </a:r>
          </a:p>
          <a:p>
            <a:r>
              <a:rPr lang="en-US" sz="2400" dirty="0"/>
              <a:t>Objective → Analyze app data to find patterns &amp; trends</a:t>
            </a: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93609-D801-7521-41F3-A073C5D0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F69CB1-B068-E737-F013-1DDE859195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5795" y="2407128"/>
            <a:ext cx="116573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many apps → difficult for users to choose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struggle with app visibility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clarity on factors driving installs &amp;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→ Data-driven insights for better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51322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59AC-D8D2-CA77-8A4E-BC3EEC3A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C6CAA-61CD-EA23-01DE-46D39814E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dirty="0"/>
              <a:t>Key Columns</a:t>
            </a:r>
            <a:r>
              <a:rPr lang="en-US" sz="3600" dirty="0"/>
              <a:t>:</a:t>
            </a:r>
          </a:p>
          <a:p>
            <a:r>
              <a:rPr lang="en-US" sz="3600" dirty="0"/>
              <a:t>App, Category, Rating, Reviews</a:t>
            </a:r>
          </a:p>
          <a:p>
            <a:r>
              <a:rPr lang="en-US" sz="3600" dirty="0"/>
              <a:t>Size, Installs, Type (Free/Paid)</a:t>
            </a:r>
          </a:p>
          <a:p>
            <a:r>
              <a:rPr lang="en-US" sz="3600" dirty="0"/>
              <a:t>Price, Content Rating, Genres, Last Updated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43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DA3F-0749-6817-04C7-B6220AAEB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E88B0A-A2F4-1589-202F-33A9FA0AA8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5171" y="2151727"/>
            <a:ext cx="1035238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Python,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Pandas, Matplotlib, Seaborn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SQLite/MySQL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Power BI / Tableau (optional)</a:t>
            </a:r>
          </a:p>
        </p:txBody>
      </p:sp>
    </p:spTree>
    <p:extLst>
      <p:ext uri="{BB962C8B-B14F-4D97-AF65-F5344CB8AC3E}">
        <p14:creationId xmlns:p14="http://schemas.microsoft.com/office/powerpoint/2010/main" val="272806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64DEA-A8B7-90E0-6766-42FCCBCB4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Data Cleaning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90A349-8EBA-A452-3445-0DAF4C4924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424062"/>
            <a:ext cx="109392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duplicates &amp;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columns (Size, Installs, Price) to numeric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categories &amp; content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consistency for analysis</a:t>
            </a:r>
          </a:p>
        </p:txBody>
      </p:sp>
    </p:spTree>
    <p:extLst>
      <p:ext uri="{BB962C8B-B14F-4D97-AF65-F5344CB8AC3E}">
        <p14:creationId xmlns:p14="http://schemas.microsoft.com/office/powerpoint/2010/main" val="1359316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88932-434E-1F2C-6F8E-553C0185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Exploratory Data Analysis (EDA)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108084-F3C9-44E2-BBB9-AA608177AC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128779"/>
            <a:ext cx="991790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 of apps by category.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vs. Installs relationship.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vs. Paid apps comparison.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Rating (Everyone, Teen, 18+)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categories with highest installs.</a:t>
            </a:r>
          </a:p>
        </p:txBody>
      </p:sp>
    </p:spTree>
    <p:extLst>
      <p:ext uri="{BB962C8B-B14F-4D97-AF65-F5344CB8AC3E}">
        <p14:creationId xmlns:p14="http://schemas.microsoft.com/office/powerpoint/2010/main" val="1329776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A71AF-D04C-9293-3B51-4DFB07C7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>
                <a:effectLst/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6CF622-0A6A-3D02-CA2C-2AAF9140E6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6728" y="2151727"/>
            <a:ext cx="1118287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apps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higher installs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like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Games, Education, Tools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 installs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Apps with higher ratings attract more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Paid apps are fewer, but generate higher revenue potential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Small-sized apps get more installs due to easy download</a:t>
            </a:r>
          </a:p>
        </p:txBody>
      </p:sp>
    </p:spTree>
    <p:extLst>
      <p:ext uri="{BB962C8B-B14F-4D97-AF65-F5344CB8AC3E}">
        <p14:creationId xmlns:p14="http://schemas.microsoft.com/office/powerpoint/2010/main" val="325941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91849-E45D-12EA-55C0-63290265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6A6A2-CA16-3356-48FB-46784C120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Build a </a:t>
            </a:r>
            <a:r>
              <a:rPr lang="en-US" sz="3600" b="1" dirty="0"/>
              <a:t>Recommendation System</a:t>
            </a:r>
            <a:r>
              <a:rPr lang="en-US" sz="3600" dirty="0"/>
              <a:t> for apps</a:t>
            </a:r>
          </a:p>
          <a:p>
            <a:r>
              <a:rPr lang="en-US" sz="3600" dirty="0"/>
              <a:t>Predict app success using ML models</a:t>
            </a:r>
          </a:p>
          <a:p>
            <a:r>
              <a:rPr lang="en-US" sz="3600" dirty="0"/>
              <a:t>Deeper text analysis on user reviews (NLP)</a:t>
            </a:r>
          </a:p>
          <a:p>
            <a:r>
              <a:rPr lang="en-US" sz="3600" dirty="0"/>
              <a:t>Integrate with real-time Play Store API for live trends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823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2A96-7403-0B2C-4D66-77FFD227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846CFF-2EB1-3C2A-CABA-AF13B174A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6" y="2040998"/>
            <a:ext cx="1090567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helps identify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 &amp; trends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Google Play Store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(better choices)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(growth strategy)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ML models can help predict success of new apps</a:t>
            </a:r>
          </a:p>
        </p:txBody>
      </p:sp>
    </p:spTree>
    <p:extLst>
      <p:ext uri="{BB962C8B-B14F-4D97-AF65-F5344CB8AC3E}">
        <p14:creationId xmlns:p14="http://schemas.microsoft.com/office/powerpoint/2010/main" val="2977369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AA24D7-B3CC-0D8B-406B-EFDC8942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800350"/>
            <a:ext cx="10353762" cy="1257300"/>
          </a:xfrm>
        </p:spPr>
        <p:txBody>
          <a:bodyPr>
            <a:noAutofit/>
          </a:bodyPr>
          <a:lstStyle/>
          <a:p>
            <a:r>
              <a:rPr lang="en-IN" sz="9600" b="1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37227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{631B7085-054E-4994-AB53-891A87724F26}tf55705232_win32</Template>
  <TotalTime>11</TotalTime>
  <Words>318</Words>
  <Application>Microsoft Office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Black</vt:lpstr>
      <vt:lpstr>Calibri</vt:lpstr>
      <vt:lpstr>Goudy Old Style</vt:lpstr>
      <vt:lpstr>Wingdings 2</vt:lpstr>
      <vt:lpstr>SlateVTI</vt:lpstr>
      <vt:lpstr>Google Play Store Analysis</vt:lpstr>
      <vt:lpstr>Introduction</vt:lpstr>
      <vt:lpstr>Problem Statement</vt:lpstr>
      <vt:lpstr>Dataset Description</vt:lpstr>
      <vt:lpstr>Tools &amp; Technologies</vt:lpstr>
      <vt:lpstr>Data Cleaning</vt:lpstr>
      <vt:lpstr>Exploratory Data Analysis (EDA)</vt:lpstr>
      <vt:lpstr>Key Insights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rushikesh farakate</dc:creator>
  <cp:lastModifiedBy>rushikesh farakate</cp:lastModifiedBy>
  <cp:revision>1</cp:revision>
  <dcterms:created xsi:type="dcterms:W3CDTF">2025-08-24T17:47:05Z</dcterms:created>
  <dcterms:modified xsi:type="dcterms:W3CDTF">2025-08-24T17:58:50Z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